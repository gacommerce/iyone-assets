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240000" cy="152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1524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14400"/>
            <a:ext cx="15240000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600" b="1">
                <a:solidFill>
                  <a:srgbClr val="1B3F6E"/>
                </a:solidFill>
                <a:latin typeface="DM Sans"/>
              </a:rPr>
              <a:t>De formule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57400"/>
            <a:ext cx="1524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2471A3"/>
                </a:solidFill>
                <a:latin typeface="DM Sans"/>
              </a:rPr>
              <a:t>Licht, helder en snel intrekkend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429000"/>
            <a:ext cx="3429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rIns="342900" tIns="266700" bIns="266700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B3F6E"/>
                </a:solidFill>
                <a:latin typeface="DM Sans"/>
              </a:rPr>
              <a:t>Helder &amp; licht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2C4F6E"/>
                </a:solidFill>
                <a:latin typeface="DM Sans"/>
              </a:rPr>
              <a:t>Goudgele kleur zonder troebelheid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8000" y="6858000"/>
            <a:ext cx="3429000" cy="1524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rIns="342900" tIns="266700" bIns="266700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B3F6E"/>
                </a:solidFill>
                <a:latin typeface="DM Sans"/>
              </a:rPr>
              <a:t>Snel intrekkend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2C4F6E"/>
                </a:solidFill>
                <a:latin typeface="DM Sans"/>
              </a:rPr>
              <a:t>Geen vettig of plakkerig residu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0" y="10668000"/>
            <a:ext cx="3429000" cy="1524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2900" rIns="342900" tIns="266700" bIns="266700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B3F6E"/>
                </a:solidFill>
                <a:latin typeface="DM Sans"/>
              </a:rPr>
              <a:t>Subtiele geur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2C4F6E"/>
                </a:solidFill>
                <a:latin typeface="DM Sans"/>
              </a:rPr>
              <a:t>Natuurlijke botanische aroma's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1524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800" y="6858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DM Sans"/>
              </a:rPr>
              <a:t>iYone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800" y="10287000"/>
            <a:ext cx="3238500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14300" bIns="114300"/>
          <a:lstStyle/>
          <a:p>
            <a:pPr algn="ctr"/>
            <a:r>
              <a:rPr sz="1100" b="1">
                <a:solidFill>
                  <a:srgbClr val="1B3F6E"/>
                </a:solidFill>
                <a:latin typeface="DM Sans"/>
              </a:rPr>
              <a:t>VOOR JOUW RITUEEL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1239500"/>
            <a:ext cx="106680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DM Sans"/>
              </a:rPr>
              <a:t>Selfcare die zich laat voelen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13335000"/>
            <a:ext cx="10287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DM Sans"/>
              </a:rPr>
              <a:t>Een bewust moment voor jezelf. Elke dag, of wanneer je het nodig hebt.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